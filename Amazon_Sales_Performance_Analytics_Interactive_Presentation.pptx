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Amazon Sales Performance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Executive Business Intelligence Dashboard</a:t>
            </a:r>
          </a:p>
          <a:p>
            <a:r>
              <a:t>Power BI | Corporate Analytics Presentation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Business context and objectives</a:t>
            </a:r>
          </a:p>
          <a:p>
            <a:r>
              <a:t>Dashboard overview</a:t>
            </a:r>
          </a:p>
          <a:p>
            <a:r>
              <a:t>Key performance indicators</a:t>
            </a:r>
          </a:p>
          <a:p>
            <a:r>
              <a:t>Sales trends analysis</a:t>
            </a:r>
          </a:p>
          <a:p>
            <a:r>
              <a:t>Category and product insights</a:t>
            </a:r>
          </a:p>
          <a:p>
            <a:r>
              <a:t>Business recommendations &amp; conclusion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Amazon operates across multiple product categories with high transaction volume</a:t>
            </a:r>
          </a:p>
          <a:p>
            <a:r>
              <a:t>Understanding sales trends is critical for revenue optimisation</a:t>
            </a:r>
          </a:p>
          <a:p>
            <a:r>
              <a:t>This dashboard supports management-level decision-making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 Dashboard Overview</a:t>
            </a:r>
          </a:p>
        </p:txBody>
      </p:sp>
      <p:pic>
        <p:nvPicPr>
          <p:cNvPr id="3" name="Picture 2" descr="Screenshot (99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8229600" cy="46291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Performance Indicators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YTD Sales – Overall revenue performance</a:t>
            </a:r>
          </a:p>
          <a:p>
            <a:r>
              <a:t>QTD Sales – Quarterly momentum</a:t>
            </a:r>
          </a:p>
          <a:p>
            <a:r>
              <a:t>YTD Products Sold – Demand measurement</a:t>
            </a:r>
          </a:p>
          <a:p>
            <a:r>
              <a:t>YTD Reviews – Customer engagement indicator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Monthly Sales Trend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Sales increase gradually through the year</a:t>
            </a:r>
          </a:p>
          <a:p>
            <a:r>
              <a:t>Clear seasonality observed during peak months</a:t>
            </a:r>
          </a:p>
          <a:p>
            <a:r>
              <a:t>Indicates effectiveness of promotions and demand cycles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Weekly Sales Performance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Weekly data reveals short-term fluctuations</a:t>
            </a:r>
          </a:p>
          <a:p>
            <a:r>
              <a:t>Sales spikes align with campaigns and discounts</a:t>
            </a:r>
          </a:p>
          <a:p>
            <a:r>
              <a:t>Useful for operational and tactical decisions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Category Performance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Few categories generate majority of revenue</a:t>
            </a:r>
          </a:p>
          <a:p>
            <a:r>
              <a:t>Top categories act as primary revenue drivers</a:t>
            </a:r>
          </a:p>
          <a:p>
            <a:r>
              <a:t>Lower categories show optimisation potential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Product-Level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Top products contribute disproportionate revenue share</a:t>
            </a:r>
          </a:p>
          <a:p>
            <a:r>
              <a:t>High-review products indicate strong customer interest</a:t>
            </a:r>
          </a:p>
          <a:p>
            <a:r>
              <a:t>Opportunities for pricing and visibility optimisation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Sales performance is seasonal</a:t>
            </a:r>
          </a:p>
          <a:p>
            <a:r>
              <a:t>Revenue concentration among top products</a:t>
            </a:r>
          </a:p>
          <a:p>
            <a:r>
              <a:t>Customer engagement aligns with sales success</a:t>
            </a:r>
          </a:p>
          <a:p>
            <a:r>
              <a:t>Weekly tracking enables agile response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Business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Prioritise inventory for high-performing products</a:t>
            </a:r>
          </a:p>
          <a:p>
            <a:r>
              <a:t>Plan promotions around seasonal trends</a:t>
            </a:r>
          </a:p>
          <a:p>
            <a:r>
              <a:t>Improve conversion for highly reviewed products</a:t>
            </a:r>
          </a:p>
          <a:p>
            <a:r>
              <a:t>Monitor weekly KPIs for rapid adjustments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Power BI dashboard delivers actionable insights</a:t>
            </a:r>
          </a:p>
          <a:p>
            <a:r>
              <a:t>Supports strategic sales and marketing decisions</a:t>
            </a:r>
          </a:p>
          <a:p>
            <a:r>
              <a:t>Demonstrates strong BI and analytical capability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