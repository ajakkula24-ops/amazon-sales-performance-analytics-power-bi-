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37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8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8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71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6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6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6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5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8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7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033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41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3600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9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52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3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Amazon Sales Performance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Business Intelligence Dashboard</a:t>
            </a:r>
          </a:p>
          <a:p>
            <a:r>
              <a:t>Power BI | Corporate Analytics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context and objectives</a:t>
            </a:r>
          </a:p>
          <a:p>
            <a:r>
              <a:t>Dashboard overview</a:t>
            </a:r>
          </a:p>
          <a:p>
            <a:r>
              <a:t>Key performance indicators</a:t>
            </a:r>
          </a:p>
          <a:p>
            <a:r>
              <a:t>Sales trends analysis</a:t>
            </a:r>
          </a:p>
          <a:p>
            <a:r>
              <a:t>Category and product insights</a:t>
            </a:r>
          </a:p>
          <a:p>
            <a:r>
              <a:t>Business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operates across multiple product categories with high transaction volume</a:t>
            </a:r>
          </a:p>
          <a:p>
            <a:r>
              <a:t>Understanding sales trends is critical for revenue optimisation</a:t>
            </a:r>
          </a:p>
          <a:p>
            <a:r>
              <a:t>This dashboard supports management-level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Overview</a:t>
            </a:r>
          </a:p>
        </p:txBody>
      </p:sp>
      <p:pic>
        <p:nvPicPr>
          <p:cNvPr id="3" name="Picture 2" descr="Screenshot (99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YTD Sales – Overall revenue performance</a:t>
            </a:r>
          </a:p>
          <a:p>
            <a:r>
              <a:t>QTD Sales – Quarterly momentum</a:t>
            </a:r>
          </a:p>
          <a:p>
            <a:r>
              <a:t>YTD Products Sold – Demand measurement</a:t>
            </a:r>
          </a:p>
          <a:p>
            <a:r>
              <a:t>YTD Reviews – Customer engagement indicator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increase gradually through the year</a:t>
            </a:r>
          </a:p>
          <a:p>
            <a:r>
              <a:t>Clear seasonality observed during peak months</a:t>
            </a:r>
          </a:p>
          <a:p>
            <a:r>
              <a:t>Indicates effectiveness of promotions and demand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data reveals short-term fluctuations</a:t>
            </a:r>
          </a:p>
          <a:p>
            <a:r>
              <a:t>Sales spikes align with campaigns and discounts</a:t>
            </a:r>
          </a:p>
          <a:p>
            <a:r>
              <a:t>Useful for operational and tactical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 categories generate majority of revenue</a:t>
            </a:r>
          </a:p>
          <a:p>
            <a:r>
              <a:t>Top categories act as primary revenue drivers</a:t>
            </a:r>
          </a:p>
          <a:p>
            <a:r>
              <a:t>Lower categories show optimisation potential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Product-Level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products contribute disproportionate revenue share</a:t>
            </a:r>
          </a:p>
          <a:p>
            <a:r>
              <a:t>High-review products indicate strong customer interest</a:t>
            </a:r>
          </a:p>
          <a:p>
            <a:r>
              <a:t>Opportunities for pricing and visibility optimisation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performance is seasonal</a:t>
            </a:r>
          </a:p>
          <a:p>
            <a:r>
              <a:t>Revenue concentration among top products</a:t>
            </a:r>
          </a:p>
          <a:p>
            <a:r>
              <a:t>Customer engagement aligns with sales success</a:t>
            </a:r>
          </a:p>
          <a:p>
            <a:r>
              <a:t>Weekly tracking enables agile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Prioritise inventory for high-performing products</a:t>
            </a:r>
          </a:p>
          <a:p>
            <a:r>
              <a:t>Plan promotions around seasonal trends</a:t>
            </a:r>
          </a:p>
          <a:p>
            <a:r>
              <a:t>Improve conversion for highly reviewed products</a:t>
            </a:r>
          </a:p>
          <a:p>
            <a:r>
              <a:t>Monitor weekly KPIs for rapid adjustments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dashboard delivers actionable insights</a:t>
            </a:r>
          </a:p>
          <a:p>
            <a:r>
              <a:t>Supports strategic sales and marketing decisions</a:t>
            </a:r>
          </a:p>
          <a:p>
            <a:r>
              <a:t>Demonstrates strong BI and analytical capability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</TotalTime>
  <Words>242</Words>
  <Application>Microsoft Office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Amazon Sales Performance Analytics</vt:lpstr>
      <vt:lpstr>Agenda</vt:lpstr>
      <vt:lpstr>Business Context</vt:lpstr>
      <vt:lpstr>Power BI Dashboard Overview</vt:lpstr>
      <vt:lpstr>Key Performance Indicators</vt:lpstr>
      <vt:lpstr>Monthly Sales Trend Analysis</vt:lpstr>
      <vt:lpstr>Weekly Sales Performance</vt:lpstr>
      <vt:lpstr>Category Performance Insights</vt:lpstr>
      <vt:lpstr>Product-Level Insights</vt:lpstr>
      <vt:lpstr>Key Business Insights</vt:lpstr>
      <vt:lpstr>Strategic 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Performance Analytics</dc:title>
  <dc:subject/>
  <dc:creator>Jakkula Ajay</dc:creator>
  <cp:keywords/>
  <dc:description>generated using python-pptx</dc:description>
  <cp:lastModifiedBy>Jakkula Ajay</cp:lastModifiedBy>
  <cp:revision>2</cp:revision>
  <dcterms:created xsi:type="dcterms:W3CDTF">2013-01-27T09:14:16Z</dcterms:created>
  <dcterms:modified xsi:type="dcterms:W3CDTF">2026-02-01T09:58:14Z</dcterms:modified>
  <cp:category/>
</cp:coreProperties>
</file>